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ヒップサポートエイト</a:t>
            </a:r>
          </a:p>
          <a:p>
            <a:r>
              <a:t>THA術後リハビリ体操8選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股関節を支える自宅トレーニング</a:t>
            </a:r>
          </a:p>
          <a:p>
            <a:r>
              <a:t>（小～中負荷・痛みのない範囲で実施）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足首ポンプ運動（フットポンプ）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血行促進・むくみ軽減</a:t>
            </a:r>
          </a:p>
          <a:p>
            <a:pPr>
              <a:defRPr sz="1800"/>
            </a:pPr>
            <a:r>
              <a:t>手順: 仰向けで足首を上下10–20回</a:t>
            </a:r>
          </a:p>
          <a:p>
            <a:pPr>
              <a:defRPr sz="1800"/>
            </a:pPr>
            <a:r>
              <a:t>回数/頻度: 1日3–5セット</a:t>
            </a:r>
          </a:p>
          <a:p>
            <a:pPr>
              <a:defRPr sz="1800"/>
            </a:pPr>
            <a:r>
              <a:t>サポーター: 弾性ストッキング併用推奨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大腿四頭筋セッティング（膝押し込み）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太もも前の筋力回復</a:t>
            </a:r>
          </a:p>
          <a:p>
            <a:pPr>
              <a:defRPr sz="1800"/>
            </a:pPr>
            <a:r>
              <a:t>手順: タオルを膝下に置き押し込み5–10秒</a:t>
            </a:r>
          </a:p>
          <a:p>
            <a:pPr>
              <a:defRPr sz="1800"/>
            </a:pPr>
            <a:r>
              <a:t>回数/頻度: 10回×2–3セット/日</a:t>
            </a:r>
          </a:p>
          <a:p>
            <a:pPr>
              <a:defRPr sz="1800"/>
            </a:pPr>
            <a:r>
              <a:t>サポーター: 骨盤安定で集中向上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臀筋セッティング（お尻締め）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大殿筋再教育・股関節安定</a:t>
            </a:r>
          </a:p>
          <a:p>
            <a:pPr>
              <a:defRPr sz="1800"/>
            </a:pPr>
            <a:r>
              <a:t>手順: 仰向け膝立てでお尻締め5秒</a:t>
            </a:r>
          </a:p>
          <a:p>
            <a:pPr>
              <a:defRPr sz="1800"/>
            </a:pPr>
            <a:r>
              <a:t>回数/頻度: 10–15回×2セット（朝夕）</a:t>
            </a:r>
          </a:p>
          <a:p>
            <a:pPr>
              <a:defRPr sz="1800"/>
            </a:pPr>
            <a:r>
              <a:t>サポーター: 収縮感覚を高める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膝の屈伸運動（ヒールスライド）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股・膝可動域改善</a:t>
            </a:r>
          </a:p>
          <a:p>
            <a:pPr>
              <a:defRPr sz="1800"/>
            </a:pPr>
            <a:r>
              <a:t>手順: 踵を滑らせ曲げ伸ばし10回</a:t>
            </a:r>
          </a:p>
          <a:p>
            <a:pPr>
              <a:defRPr sz="1800"/>
            </a:pPr>
            <a:r>
              <a:t>回数/頻度: 1日2–3セット</a:t>
            </a:r>
          </a:p>
          <a:p>
            <a:pPr>
              <a:defRPr sz="1800"/>
            </a:pPr>
            <a:r>
              <a:t>サポーター: 圧迫で痛み緩和・動作安定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ストレートレッグレイズ（SLR）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腸腰筋・大腿四頭筋強化</a:t>
            </a:r>
          </a:p>
          <a:p>
            <a:pPr>
              <a:defRPr sz="1800"/>
            </a:pPr>
            <a:r>
              <a:t>手順: 脚を20–30cm挙上し5秒保持</a:t>
            </a:r>
          </a:p>
          <a:p>
            <a:pPr>
              <a:defRPr sz="1800"/>
            </a:pPr>
            <a:r>
              <a:t>回数/頻度: 10回×2セット/側</a:t>
            </a:r>
          </a:p>
          <a:p>
            <a:pPr>
              <a:defRPr sz="1800"/>
            </a:pPr>
            <a:r>
              <a:t>サポーター: 骨盤固定で安全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股関節外転運動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中殿筋強化・骨盤安定</a:t>
            </a:r>
          </a:p>
          <a:p>
            <a:pPr>
              <a:defRPr sz="1800"/>
            </a:pPr>
            <a:r>
              <a:t>手順: 仰向け→横向きで脚を横に上げ5秒</a:t>
            </a:r>
          </a:p>
          <a:p>
            <a:pPr>
              <a:defRPr sz="1800"/>
            </a:pPr>
            <a:r>
              <a:t>回数/頻度: 10回×2セット/側 週3–5日</a:t>
            </a:r>
          </a:p>
          <a:p>
            <a:pPr>
              <a:defRPr sz="1800"/>
            </a:pPr>
            <a:r>
              <a:t>サポーター: 痛み軽減・動作安定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ブリッジ運動（お尻上げ）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大殿筋・ハムストリングス強化</a:t>
            </a:r>
          </a:p>
          <a:p>
            <a:pPr>
              <a:defRPr sz="1800"/>
            </a:pPr>
            <a:r>
              <a:t>手順: 臀部を持ち上げ3–5秒保持</a:t>
            </a:r>
          </a:p>
          <a:p>
            <a:pPr>
              <a:defRPr sz="1800"/>
            </a:pPr>
            <a:r>
              <a:t>回数/頻度: 10回×2セット 週3–4回</a:t>
            </a:r>
          </a:p>
          <a:p>
            <a:pPr>
              <a:defRPr sz="1800"/>
            </a:pPr>
            <a:r>
              <a:t>サポーター: 腰・股安定し安全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椅子からの立ち上がり練習（シット・トゥ・スタンド）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起立動作習得・下肢筋力</a:t>
            </a:r>
          </a:p>
          <a:p>
            <a:pPr>
              <a:defRPr sz="1800"/>
            </a:pPr>
            <a:r>
              <a:t>手順: 椅子から立ち座り5–10回</a:t>
            </a:r>
          </a:p>
          <a:p>
            <a:pPr>
              <a:defRPr sz="1800"/>
            </a:pPr>
            <a:r>
              <a:t>回数/頻度: 2セット/日</a:t>
            </a:r>
          </a:p>
          <a:p>
            <a:pPr>
              <a:defRPr sz="1800"/>
            </a:pPr>
            <a:r>
              <a:t>サポーター: 股関節安定で恐怖軽減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 保存療法・予防目的の方向け体操8選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変形性股関節症リスクのある方や股関節痛の緩和に</a:t>
            </a:r>
          </a:p>
          <a:p>
            <a:r>
              <a:t>有効なストレッチ＋筋力強化プログラム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膝抱え込みストレッチ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股関節周囲の柔軟性↑・殿筋/関節包ストレッチ</a:t>
            </a:r>
          </a:p>
          <a:p>
            <a:pPr>
              <a:defRPr sz="1800"/>
            </a:pPr>
            <a:r>
              <a:t>手順: 仰向け→片膝を胸に20–30秒保持×3–5回/側</a:t>
            </a:r>
          </a:p>
          <a:p>
            <a:pPr>
              <a:defRPr sz="1800"/>
            </a:pPr>
            <a:r>
              <a:t>頻度: 1日2–3セット (痛みなしで)</a:t>
            </a:r>
          </a:p>
          <a:p>
            <a:pPr>
              <a:defRPr sz="1800"/>
            </a:pPr>
            <a:r>
              <a:t>サポーター: 外して行い終了後に保温目的で着用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腸腰筋ストレッチ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股関節屈曲拘縮予防・前面柔軟性↑</a:t>
            </a:r>
          </a:p>
          <a:p>
            <a:pPr>
              <a:defRPr sz="1800"/>
            </a:pPr>
            <a:r>
              <a:t>手順: 片膝立ちランジで前方へ体重移動 20–30秒/側×3</a:t>
            </a:r>
          </a:p>
          <a:p>
            <a:pPr>
              <a:defRPr sz="1800"/>
            </a:pPr>
            <a:r>
              <a:t>頻度: 1日2セット</a:t>
            </a:r>
          </a:p>
          <a:p>
            <a:pPr>
              <a:defRPr sz="1800"/>
            </a:pPr>
            <a:r>
              <a:t>サポーター: 基本外す・不安なら軽く巻く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梨状筋ストレッチ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外旋筋緊張↓・坐骨神経痛様の痛み軽減</a:t>
            </a:r>
          </a:p>
          <a:p>
            <a:pPr>
              <a:defRPr sz="1800"/>
            </a:pPr>
            <a:r>
              <a:t>手順: 仰向け4の字→反対腿抱え20秒/側×3</a:t>
            </a:r>
          </a:p>
          <a:p>
            <a:pPr>
              <a:defRPr sz="1800"/>
            </a:pPr>
            <a:r>
              <a:t>頻度: 週4–5日実施</a:t>
            </a:r>
          </a:p>
          <a:p>
            <a:pPr>
              <a:defRPr sz="1800"/>
            </a:pPr>
            <a:r>
              <a:t>サポーター: 外して行い終了後に圧迫保温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大腿四頭筋強化 (膝伸ばし)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膝・股関節支持筋力アップ</a:t>
            </a:r>
          </a:p>
          <a:p>
            <a:pPr>
              <a:defRPr sz="1800"/>
            </a:pPr>
            <a:r>
              <a:t>手順: 椅子座位で膝伸展→5秒保持 10回×2セット/側</a:t>
            </a:r>
          </a:p>
          <a:p>
            <a:pPr>
              <a:defRPr sz="1800"/>
            </a:pPr>
            <a:r>
              <a:t>頻度: 毎日または隔日</a:t>
            </a:r>
          </a:p>
          <a:p>
            <a:pPr>
              <a:defRPr sz="1800"/>
            </a:pPr>
            <a:r>
              <a:t>サポーター: 骨盤安定で力を入れやすい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カーフレイズ (つま先立ち)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下腿三頭筋強化・バランス向上</a:t>
            </a:r>
          </a:p>
          <a:p>
            <a:pPr>
              <a:defRPr sz="1800"/>
            </a:pPr>
            <a:r>
              <a:t>手順: かかとを上げ2–3秒保持 10–15回×2</a:t>
            </a:r>
          </a:p>
          <a:p>
            <a:pPr>
              <a:defRPr sz="1800"/>
            </a:pPr>
            <a:r>
              <a:t>頻度: 週3–4回</a:t>
            </a:r>
          </a:p>
          <a:p>
            <a:pPr>
              <a:defRPr sz="1800"/>
            </a:pPr>
            <a:r>
              <a:t>サポーター: 骨盤安定→重心ブレ防止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ヒップリフト (ブリッジ)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殿筋強化→衝撃吸収能↑</a:t>
            </a:r>
          </a:p>
          <a:p>
            <a:pPr>
              <a:defRPr sz="1800"/>
            </a:pPr>
            <a:r>
              <a:t>手順: 臀部持ち上げ3–5秒保持 10回×2セット</a:t>
            </a:r>
          </a:p>
          <a:p>
            <a:pPr>
              <a:defRPr sz="1800"/>
            </a:pPr>
            <a:r>
              <a:t>頻度: 週3–4回</a:t>
            </a:r>
          </a:p>
          <a:p>
            <a:pPr>
              <a:defRPr sz="1800"/>
            </a:pPr>
            <a:r>
              <a:t>サポーター: 痛みが強い場合は圧迫で安定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股関節外転筋トレ (サイドレッグレイズ/クラムシェル)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中殿筋強化→骨盤安定</a:t>
            </a:r>
          </a:p>
          <a:p>
            <a:pPr>
              <a:defRPr sz="1800"/>
            </a:pPr>
            <a:r>
              <a:t>手順: 横向きで脚上げor貝殻開き 10–15回×2/側</a:t>
            </a:r>
          </a:p>
          <a:p>
            <a:pPr>
              <a:defRPr sz="1800"/>
            </a:pPr>
            <a:r>
              <a:t>頻度: 週3–4日</a:t>
            </a:r>
          </a:p>
          <a:p>
            <a:pPr>
              <a:defRPr sz="1800"/>
            </a:pPr>
            <a:r>
              <a:t>サポーター: 痛みが強い場合に併用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スクワット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目的: 下肢全体の筋力向上・機能維持</a:t>
            </a:r>
          </a:p>
          <a:p>
            <a:pPr>
              <a:defRPr sz="1800"/>
            </a:pPr>
            <a:r>
              <a:t>手順: 肩幅開き→股膝曲げ立ち上がり10回×2</a:t>
            </a:r>
          </a:p>
          <a:p>
            <a:pPr>
              <a:defRPr sz="1800"/>
            </a:pPr>
            <a:r>
              <a:t>頻度: 週3–4回 (半分の深さから開始可)</a:t>
            </a:r>
          </a:p>
          <a:p>
            <a:pPr>
              <a:defRPr sz="1800"/>
            </a:pPr>
            <a:r>
              <a:t>サポーター: フォーム安定・痛み緩和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保存療法：エビデンスまとめ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変形性股関節症(OA)に対する運動療法は</a:t>
            </a:r>
            <a:br/>
            <a:r>
              <a:t>痛み軽減と機能改善に有効 (Hernandez‑Molina 2008 メタ分析)</a:t>
            </a:r>
          </a:p>
          <a:p>
            <a:pPr>
              <a:defRPr sz="1800"/>
            </a:pPr>
            <a:r>
              <a:t>筋力強化＋ストレッチ併用プログラムで</a:t>
            </a:r>
            <a:br/>
            <a:r>
              <a:t>痛み・ADL・QOLが有意改善 (複数RCT, pmc.ncbi.nlm.nih.gov)</a:t>
            </a:r>
          </a:p>
          <a:p>
            <a:pPr>
              <a:defRPr sz="1800"/>
            </a:pPr>
            <a:r>
              <a:t>殿筋・大腿四頭筋・中殿筋の強化が</a:t>
            </a:r>
            <a:br/>
            <a:r>
              <a:t>股関節安定性↑ → 進行抑制に寄与</a:t>
            </a:r>
          </a:p>
          <a:p>
            <a:pPr>
              <a:defRPr sz="1800"/>
            </a:pPr>
            <a:r>
              <a:t>日本理学療法士協会ガイドライン：</a:t>
            </a:r>
            <a:br/>
            <a:r>
              <a:t>1回15‑20回×2‑3セットを週3日以上推奨</a:t>
            </a:r>
          </a:p>
          <a:p>
            <a:pPr>
              <a:defRPr sz="1800"/>
            </a:pPr>
            <a:r>
              <a:t>サポーター併用：圧迫保温で疼痛↓・動作安定↑</a:t>
            </a:r>
            <a:br/>
            <a:r>
              <a:t>※常時使用は筋力低下防止の観点から避ける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