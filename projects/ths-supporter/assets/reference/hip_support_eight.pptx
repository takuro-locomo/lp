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ヒップサポートエイト</a:t>
            </a:r>
          </a:p>
          <a:p>
            <a:r>
              <a:t>THA術後リハビリ体操8選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股関節を支える自宅トレーニング</a:t>
            </a:r>
          </a:p>
          <a:p>
            <a:r>
              <a:t>（小～中負荷・痛みのない範囲で実施）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足首ポンプ運動（フットポンプ）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目的: 血行促進・むくみ軽減</a:t>
            </a:r>
          </a:p>
          <a:p>
            <a:pPr>
              <a:defRPr sz="1800"/>
            </a:pPr>
            <a:r>
              <a:t>手順: 仰向けで足首を上下10–20回</a:t>
            </a:r>
          </a:p>
          <a:p>
            <a:pPr>
              <a:defRPr sz="1800"/>
            </a:pPr>
            <a:r>
              <a:t>回数/頻度: 1日3–5セット</a:t>
            </a:r>
          </a:p>
          <a:p>
            <a:pPr>
              <a:defRPr sz="1800"/>
            </a:pPr>
            <a:r>
              <a:t>サポーター: 弾性ストッキング併用推奨</a:t>
            </a:r>
          </a:p>
          <a:p>
            <a:pPr>
              <a:defRPr sz="1800"/>
            </a:pPr>
            <a:r>
              <a:t>※痛みが強い場合は中止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大腿四頭筋セッティング（膝押し込み）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目的: 太もも前の筋力回復</a:t>
            </a:r>
          </a:p>
          <a:p>
            <a:pPr>
              <a:defRPr sz="1800"/>
            </a:pPr>
            <a:r>
              <a:t>手順: タオルを膝下に置き押し込み5–10秒</a:t>
            </a:r>
          </a:p>
          <a:p>
            <a:pPr>
              <a:defRPr sz="1800"/>
            </a:pPr>
            <a:r>
              <a:t>回数/頻度: 10回×2–3セット/日</a:t>
            </a:r>
          </a:p>
          <a:p>
            <a:pPr>
              <a:defRPr sz="1800"/>
            </a:pPr>
            <a:r>
              <a:t>サポーター: 骨盤安定で集中向上</a:t>
            </a:r>
          </a:p>
          <a:p>
            <a:pPr>
              <a:defRPr sz="1800"/>
            </a:pPr>
            <a:r>
              <a:t>※痛みが強い場合は中止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臀筋セッティング（お尻締め）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目的: 大殿筋再教育・股関節安定</a:t>
            </a:r>
          </a:p>
          <a:p>
            <a:pPr>
              <a:defRPr sz="1800"/>
            </a:pPr>
            <a:r>
              <a:t>手順: 仰向け膝立てでお尻締め5秒</a:t>
            </a:r>
          </a:p>
          <a:p>
            <a:pPr>
              <a:defRPr sz="1800"/>
            </a:pPr>
            <a:r>
              <a:t>回数/頻度: 10–15回×2セット（朝夕）</a:t>
            </a:r>
          </a:p>
          <a:p>
            <a:pPr>
              <a:defRPr sz="1800"/>
            </a:pPr>
            <a:r>
              <a:t>サポーター: 収縮感覚を高める</a:t>
            </a:r>
          </a:p>
          <a:p>
            <a:pPr>
              <a:defRPr sz="1800"/>
            </a:pPr>
            <a:r>
              <a:t>※痛みが強い場合は中止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膝の屈伸運動（ヒールスライド）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目的: 股・膝可動域改善</a:t>
            </a:r>
          </a:p>
          <a:p>
            <a:pPr>
              <a:defRPr sz="1800"/>
            </a:pPr>
            <a:r>
              <a:t>手順: 踵を滑らせ曲げ伸ばし10回</a:t>
            </a:r>
          </a:p>
          <a:p>
            <a:pPr>
              <a:defRPr sz="1800"/>
            </a:pPr>
            <a:r>
              <a:t>回数/頻度: 1日2–3セット</a:t>
            </a:r>
          </a:p>
          <a:p>
            <a:pPr>
              <a:defRPr sz="1800"/>
            </a:pPr>
            <a:r>
              <a:t>サポーター: 圧迫で痛み緩和・動作安定</a:t>
            </a:r>
          </a:p>
          <a:p>
            <a:pPr>
              <a:defRPr sz="1800"/>
            </a:pPr>
            <a:r>
              <a:t>※痛みが強い場合は中止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ストレートレッグレイズ（SLR）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目的: 腸腰筋・大腿四頭筋強化</a:t>
            </a:r>
          </a:p>
          <a:p>
            <a:pPr>
              <a:defRPr sz="1800"/>
            </a:pPr>
            <a:r>
              <a:t>手順: 脚を20–30cm挙上し5秒保持</a:t>
            </a:r>
          </a:p>
          <a:p>
            <a:pPr>
              <a:defRPr sz="1800"/>
            </a:pPr>
            <a:r>
              <a:t>回数/頻度: 10回×2セット/側</a:t>
            </a:r>
          </a:p>
          <a:p>
            <a:pPr>
              <a:defRPr sz="1800"/>
            </a:pPr>
            <a:r>
              <a:t>サポーター: 骨盤固定で安全</a:t>
            </a:r>
          </a:p>
          <a:p>
            <a:pPr>
              <a:defRPr sz="1800"/>
            </a:pPr>
            <a:r>
              <a:t>※痛みが強い場合は中止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股関節外転運動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目的: 中殿筋強化・骨盤安定</a:t>
            </a:r>
          </a:p>
          <a:p>
            <a:pPr>
              <a:defRPr sz="1800"/>
            </a:pPr>
            <a:r>
              <a:t>手順: 仰向け→横向きで脚を横に上げ5秒</a:t>
            </a:r>
          </a:p>
          <a:p>
            <a:pPr>
              <a:defRPr sz="1800"/>
            </a:pPr>
            <a:r>
              <a:t>回数/頻度: 10回×2セット/側 週3–5日</a:t>
            </a:r>
          </a:p>
          <a:p>
            <a:pPr>
              <a:defRPr sz="1800"/>
            </a:pPr>
            <a:r>
              <a:t>サポーター: 痛み軽減・動作安定</a:t>
            </a:r>
          </a:p>
          <a:p>
            <a:pPr>
              <a:defRPr sz="1800"/>
            </a:pPr>
            <a:r>
              <a:t>※痛みが強い場合は中止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ブリッジ運動（お尻上げ）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目的: 大殿筋・ハムストリングス強化</a:t>
            </a:r>
          </a:p>
          <a:p>
            <a:pPr>
              <a:defRPr sz="1800"/>
            </a:pPr>
            <a:r>
              <a:t>手順: 臀部を持ち上げ3–5秒保持</a:t>
            </a:r>
          </a:p>
          <a:p>
            <a:pPr>
              <a:defRPr sz="1800"/>
            </a:pPr>
            <a:r>
              <a:t>回数/頻度: 10回×2セット 週3–4回</a:t>
            </a:r>
          </a:p>
          <a:p>
            <a:pPr>
              <a:defRPr sz="1800"/>
            </a:pPr>
            <a:r>
              <a:t>サポーター: 腰・股安定し安全</a:t>
            </a:r>
          </a:p>
          <a:p>
            <a:pPr>
              <a:defRPr sz="1800"/>
            </a:pPr>
            <a:r>
              <a:t>※痛みが強い場合は中止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椅子からの立ち上がり練習（シット・トゥ・スタンド）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目的: 起立動作習得・下肢筋力</a:t>
            </a:r>
          </a:p>
          <a:p>
            <a:pPr>
              <a:defRPr sz="1800"/>
            </a:pPr>
            <a:r>
              <a:t>手順: 椅子から立ち座り5–10回</a:t>
            </a:r>
          </a:p>
          <a:p>
            <a:pPr>
              <a:defRPr sz="1800"/>
            </a:pPr>
            <a:r>
              <a:t>回数/頻度: 2セット/日</a:t>
            </a:r>
          </a:p>
          <a:p>
            <a:pPr>
              <a:defRPr sz="1800"/>
            </a:pPr>
            <a:r>
              <a:t>サポーター: 股関節安定で恐怖軽減</a:t>
            </a:r>
          </a:p>
          <a:p>
            <a:pPr>
              <a:defRPr sz="1800"/>
            </a:pPr>
            <a:r>
              <a:t>※痛みが強い場合は中止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